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87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8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8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7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4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1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83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1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4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21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712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33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91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62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6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7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F5F9777-D849-413F-B074-00F4DA8A4DF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D3B5D-B626-4D96-BFE6-8B22AA076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47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F641-3346-4E93-ABC1-A930D58F3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 Attachment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51341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5ABC-3A58-4CBC-810C-646EACAF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4D9A8-01ED-4C2E-AC38-A2793B54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 student attachment records.</a:t>
            </a:r>
          </a:p>
          <a:p>
            <a:r>
              <a:rPr lang="en-US" dirty="0"/>
              <a:t> Store organization and placement details.</a:t>
            </a:r>
          </a:p>
          <a:p>
            <a:r>
              <a:rPr lang="en-US" dirty="0"/>
              <a:t> Track attachment dates, status, and progress.</a:t>
            </a:r>
          </a:p>
          <a:p>
            <a:r>
              <a:rPr lang="en-US" dirty="0"/>
              <a:t>Perform CRUD operations on student records.</a:t>
            </a:r>
          </a:p>
          <a:p>
            <a:r>
              <a:rPr lang="en-US" dirty="0"/>
              <a:t> Provide a dashboard for easy monitoring.</a:t>
            </a:r>
          </a:p>
        </p:txBody>
      </p:sp>
    </p:spTree>
    <p:extLst>
      <p:ext uri="{BB962C8B-B14F-4D97-AF65-F5344CB8AC3E}">
        <p14:creationId xmlns:p14="http://schemas.microsoft.com/office/powerpoint/2010/main" val="406267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1609-B828-43F9-BB71-15F9D6CC5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13E1-7A47-4242-8394-989E8AB9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— application development</a:t>
            </a:r>
          </a:p>
          <a:p>
            <a:r>
              <a:rPr lang="en-US" dirty="0"/>
              <a:t>🗄️ SQLite — database storage</a:t>
            </a:r>
          </a:p>
          <a:p>
            <a:r>
              <a:rPr lang="en-US" dirty="0"/>
              <a:t>💻 SQL — managing and retrieving data</a:t>
            </a:r>
          </a:p>
          <a:p>
            <a:r>
              <a:rPr lang="en-US" dirty="0"/>
              <a:t>📝 VS Code — writing and running the code</a:t>
            </a:r>
          </a:p>
          <a:p>
            <a:r>
              <a:rPr lang="en-US" dirty="0"/>
              <a:t>📊 Matplotlib — creating charts for the dashboard</a:t>
            </a:r>
          </a:p>
        </p:txBody>
      </p:sp>
    </p:spTree>
    <p:extLst>
      <p:ext uri="{BB962C8B-B14F-4D97-AF65-F5344CB8AC3E}">
        <p14:creationId xmlns:p14="http://schemas.microsoft.com/office/powerpoint/2010/main" val="363845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4620-1875-4E24-9651-22C0987B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81C39-6AE4-470D-9F0F-5457059CF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— add new student and attachment records.</a:t>
            </a:r>
          </a:p>
          <a:p>
            <a:r>
              <a:rPr lang="en-US" dirty="0"/>
              <a:t>Read — view student, organization, and attachment details.</a:t>
            </a:r>
          </a:p>
          <a:p>
            <a:r>
              <a:rPr lang="en-US" dirty="0"/>
              <a:t>Update — modify student information.</a:t>
            </a:r>
          </a:p>
          <a:p>
            <a:r>
              <a:rPr lang="en-US" dirty="0"/>
              <a:t> Delete — remove student records.</a:t>
            </a:r>
          </a:p>
          <a:p>
            <a:r>
              <a:rPr lang="en-US" dirty="0"/>
              <a:t> Dashboard — view attachment status using charts.</a:t>
            </a:r>
          </a:p>
        </p:txBody>
      </p:sp>
    </p:spTree>
    <p:extLst>
      <p:ext uri="{BB962C8B-B14F-4D97-AF65-F5344CB8AC3E}">
        <p14:creationId xmlns:p14="http://schemas.microsoft.com/office/powerpoint/2010/main" val="216902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03CE-E56D-45C1-BBF2-FB252BC8F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and 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C7B1B-5B78-4C2C-B5C4-404EA0B7A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25625"/>
            <a:ext cx="569905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24F047-430F-4889-B7EF-9524951D5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474" y="1853248"/>
            <a:ext cx="5975499" cy="43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6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959E-BCC8-491B-931E-C8507093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A2496-6ECF-480F-929B-1EAEBBBF1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Student Attachment Management System provides an organized way to manage student attachment records.</a:t>
            </a:r>
          </a:p>
          <a:p>
            <a:r>
              <a:rPr lang="en-US" dirty="0"/>
              <a:t> It stores student, organization, and attachment information in a structured database.</a:t>
            </a:r>
          </a:p>
          <a:p>
            <a:r>
              <a:rPr lang="en-US" dirty="0"/>
              <a:t>CRUD operations make it easier to add, view, update, and delete student records.</a:t>
            </a:r>
          </a:p>
          <a:p>
            <a:r>
              <a:rPr lang="en-US" dirty="0"/>
              <a:t>The dashboard helps users monitor attachment status and student progress through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790488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187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Student Attachment Management System</vt:lpstr>
      <vt:lpstr>Objectives</vt:lpstr>
      <vt:lpstr>Technology used</vt:lpstr>
      <vt:lpstr>System features</vt:lpstr>
      <vt:lpstr>Dashboard and Data visualization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Attachment Management System</dc:title>
  <dc:creator>Gloria Ngina</dc:creator>
  <cp:lastModifiedBy>Gloria Ngina</cp:lastModifiedBy>
  <cp:revision>6</cp:revision>
  <dcterms:created xsi:type="dcterms:W3CDTF">2026-09-23T20:07:54Z</dcterms:created>
  <dcterms:modified xsi:type="dcterms:W3CDTF">2026-09-23T21:00:48Z</dcterms:modified>
</cp:coreProperties>
</file>